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76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" y="1905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015F6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Kumbh Mela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Assistance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Intelligence, IoT and Computer Vision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Shivani Patil | Mayur Gaike | Sakshi Nikam | Sayali Raut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LGNSCOE, Nashik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largest gatherings on Earth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126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Mela in Nashik draws millions of devotees over a short period of time — an event of a scale that brings serious safety and coordination challenges.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906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get separated from family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children and elderly attendees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67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congestion builds at key points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for organizers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8006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451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emergencies need fast response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is too slow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57784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223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lack real-time information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assigned ad hoc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0" y="173736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24688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integrated smart platform bringing together crowd monitoring, lost-person recovery, emergency response, navigation, and volunteer management — under one system.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114800"/>
            <a:ext cx="35661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4343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visitors and organizers draw on the same real-time data.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chain reaction current methods can't keep up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3291840"/>
            <a:ext cx="164592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21992" y="28346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28346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9312" y="3291840"/>
            <a:ext cx="164592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03904" y="28346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28346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21224" y="3291840"/>
            <a:ext cx="164592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85816" y="28346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28346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3291840"/>
            <a:ext cx="164592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67728" y="28346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28346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85048" y="3291840"/>
            <a:ext cx="164592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8346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8346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66960" y="3291840"/>
            <a:ext cx="164592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31552" y="28346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31552" y="28346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centralized system, scale alone turns manageable events into cascading failures.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534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53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visitor safety during the event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1534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53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19202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response time for medical &amp; crowd emergencies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707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707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authorities a real-time view of crowd density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5707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5707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33375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families quickly locate lost members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880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988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754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visitors away from congested areas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6177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9880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988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4754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volunteers receive and complete tasks efficiently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five connected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7373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240280"/>
            <a:ext cx="0" cy="27432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514600"/>
            <a:ext cx="10881360" cy="320040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D3D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 — shared real-time sync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28116" y="30632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28116" y="3063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31236" y="30632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031236" y="3063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person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34356" y="30632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134356" y="3063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37476" y="30632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237476" y="3063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40596" y="30632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340596" y="3063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023360" y="434340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343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(shared layer)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writes to and reads from the same cloud server, keeping the mobile app, volunteer interface, and admin dashboard in sync in real time.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crowd monitoring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overcrowded zones before they turn into a stampede risk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09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5117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8833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(YOLOv8)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2569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6305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6325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041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041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061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377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77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or webcam input processed through OpenCV and YOLOv8 in Python.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admins see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9224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people count and density status per zone, e.g. "Area A — 540 people — High density — RED."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person detection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reunification for children, elderly, and separated visitors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09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5117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8833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2569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6305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6325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041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041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061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377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77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wristband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at registration for children and elderly attendees. A volunteer scans it to instantly pull up contact details.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9224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OpenCV + Python pipeline runs in the background, flagging matches across camera feeds and alerting the admin.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connects a visitor in distress to the nearest help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09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app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5117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8833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2569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6305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camp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6325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041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041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061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377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77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Flutter, so the SOS flow works the same for every visitor regardless of device.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9224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keeps location and status in sync; Google Maps API finds the nearest camp; Node.js powers the backend.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navigation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visitors away from congestion, not just to a destination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8833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8833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2569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569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2589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6305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6325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041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041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areas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Live-data routing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recalculated using live crowd density data from the monitoring module — not just static maps.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use case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heading to a medical camp is guided around the most congested paths automatically.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right person to the right task, faster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09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5117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8833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2569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6305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6325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041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041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0616" y="2674620"/>
            <a:ext cx="137160" cy="0"/>
          </a:xfrm>
          <a:prstGeom prst="line">
            <a:avLst/>
          </a:prstGeom>
          <a:noFill/>
          <a:ln w="1524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37776" y="22860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7776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Admin-assigned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assign volunteers to lost-person cases, medical emergencies, crowd control, or cleaning duties.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6576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657600"/>
            <a:ext cx="5257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886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the dashboard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92240" y="42976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shows volunteer availability and lets admins dispatch in a click.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center for the whole event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crowd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2860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emergency cases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22860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22860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Lost-person reports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availability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0" y="41605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41605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complaints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41605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41605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reports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shown on a single screen — no switching between systems.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camera feed to three front ends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" y="18288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8A93AD"/>
          </a:solidFill>
          <a:ln/>
        </p:spPr>
      </p:sp>
      <p:sp>
        <p:nvSpPr>
          <p:cNvPr id="5" name="Text 3"/>
          <p:cNvSpPr/>
          <p:nvPr/>
        </p:nvSpPr>
        <p:spPr>
          <a:xfrm>
            <a:off x="288036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/ webcam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8036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feed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62756" y="2240280"/>
            <a:ext cx="502920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65676" y="18288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448556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48556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YOLOv8 + OpenCV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23276" y="2240280"/>
            <a:ext cx="502920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26196" y="18288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09076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09076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4476" y="2651760"/>
            <a:ext cx="0" cy="36576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4036" y="3017520"/>
            <a:ext cx="7040880" cy="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4036" y="3017520"/>
            <a:ext cx="0" cy="45720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9556" y="347472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6716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6716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4476" y="3017520"/>
            <a:ext cx="0" cy="45720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39996" y="347472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7156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77156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 interface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14916" y="3017520"/>
            <a:ext cx="0" cy="457200"/>
          </a:xfrm>
          <a:prstGeom prst="line">
            <a:avLst/>
          </a:prstGeom>
          <a:noFill/>
          <a:ln w="19050">
            <a:solidFill>
              <a:srgbClr val="7A84A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60436" y="347472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7596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97596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&amp; volunteer app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entirely on free, open-source tools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579941"/>
              </p:ext>
            </p:extLst>
          </p:nvPr>
        </p:nvGraphicFramePr>
        <p:xfrm>
          <a:off x="1645920" y="1737360"/>
          <a:ext cx="8869680" cy="4727448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machine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&amp; navigation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API / Cesium </a:t>
                      </a:r>
                      <a:r>
                        <a:rPr lang="en-US" sz="1250" b="1" dirty="0" err="1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sync (optional)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key tables (overview)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14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VisitorID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74720" y="242316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514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11880" y="2926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3337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1188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11880" y="4160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242316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514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EmergencyID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2926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3337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Assigned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4160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0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44000" y="2423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2514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81160" y="2926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Count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281160" y="3337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8116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JUSTIFICATION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YOLOv8 for crowd detection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humans reliably in real 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even in dense scenes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3657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and free to use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3657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Comparatively easy to train and fine-tune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platform improves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public safety across the event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78308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659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 through automated alerts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178308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9659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data-driven crowd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70332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862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guided navigation for visitors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7033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370332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8862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 of lost persons, especially children and elderly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7033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3703320"/>
            <a:ext cx="73152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8862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manual workload on organizing authorities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platform can go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Drone-based aerial crowd monitoring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783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cameras for night / low-visibility conditions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wearables for volunteers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7889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7889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stampede prediction models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94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&amp; multi-language chatbot support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7947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794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police &amp; ambulance systems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800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digital twin of the event for simulation and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platform, built to save time when it matters most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unifying crowd monitoring, lost-person recovery, emergency response, navigation, and volunteer coordination into one system, this platform turns scattered manual effort into a single real-time source of truth — for visitors, volunteers, and organizers alike.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120640"/>
            <a:ext cx="20116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YOLOv8 documentation — Ultralytics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OpenCV documentation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Maps Platform API documentation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documentation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1085</Words>
  <Application>Microsoft Office PowerPoint</Application>
  <PresentationFormat>Widescreen</PresentationFormat>
  <Paragraphs>305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Mayur Gaike</cp:lastModifiedBy>
  <cp:revision>2</cp:revision>
  <dcterms:created xsi:type="dcterms:W3CDTF">2026-07-25T13:57:55Z</dcterms:created>
  <dcterms:modified xsi:type="dcterms:W3CDTF">2026-07-26T17:21:37Z</dcterms:modified>
</cp:coreProperties>
</file>